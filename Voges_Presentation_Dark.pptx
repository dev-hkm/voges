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7F7F2"/>
                </a:solidFill>
                <a:latin typeface="Arial"/>
              </a:rPr>
              <a:t>Voges.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148840"/>
            <a:ext cx="5577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A5A5A5"/>
                </a:solidFill>
                <a:latin typeface="Arial"/>
              </a:rPr>
              <a:t>Voice-first AI Financial Concierge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6324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7F7F2"/>
                </a:solidFill>
                <a:latin typeface="Arial"/>
              </a:rPr>
              <a:t>Voice is the primary interface.
The screen is the safety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15968"/>
            <a:ext cx="1600200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98264"/>
            <a:ext cx="13807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28D979"/>
                </a:solidFill>
                <a:latin typeface="Arial"/>
              </a:rPr>
              <a:t>GPT REALTIME 2.1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4315968"/>
            <a:ext cx="1572768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F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4398264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F7F7F2"/>
                </a:solidFill>
                <a:latin typeface="Arial"/>
              </a:rPr>
              <a:t>CLOUDFLARE + D1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4315968"/>
            <a:ext cx="1591056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3982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E0AE3F"/>
                </a:solidFill>
                <a:latin typeface="Arial"/>
              </a:rPr>
              <a:t>PASSKEY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628900"/>
            <a:ext cx="310896" cy="1417320"/>
          </a:xfrm>
          <a:prstGeom prst="roundRect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2217420"/>
            <a:ext cx="310896" cy="2240280"/>
          </a:xfrm>
          <a:prstGeom prst="round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81744" y="1851660"/>
            <a:ext cx="310896" cy="2971800"/>
          </a:xfrm>
          <a:prstGeom prst="roundRect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12096" y="2368296"/>
            <a:ext cx="310896" cy="1938528"/>
          </a:xfrm>
          <a:prstGeom prst="round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42448" y="2720339"/>
            <a:ext cx="310896" cy="1234440"/>
          </a:xfrm>
          <a:prstGeom prst="roundRect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Banking support is still too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Users do not want another menu tree. They want an answer, then a safe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246120" cy="2103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4086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F6F6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69748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7F2"/>
                </a:solidFill>
                <a:latin typeface="Arial"/>
              </a:rPr>
              <a:t>Menu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25786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Simple tasks are buried under screens and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246120" cy="2103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4086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F6F6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69748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7F2"/>
                </a:solidFill>
                <a:latin typeface="Arial"/>
              </a:rPr>
              <a:t>Chatbots stop at FAQ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218688"/>
            <a:ext cx="25786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They answer, but cannot safely inspect data or propose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03120"/>
            <a:ext cx="3246120" cy="2103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34086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F6F6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69748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7F2"/>
                </a:solidFill>
                <a:latin typeface="Arial"/>
              </a:rPr>
              <a:t>AI can be risky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18688"/>
            <a:ext cx="25786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A financial assistant must never bypass policy or identity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A concierge you can talk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Voges listens, reasons with banking tools, then uses the screen for safety-critical moments.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39112"/>
            <a:ext cx="4709160" cy="3246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06908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Natural voice conversation with GPT Realtime 2.1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Real banking reads from Cloudflare D1 sample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Write actions become pending actions first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Policy, approval, passkey and audit happen server-side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783080"/>
            <a:ext cx="5349240" cy="3566160"/>
          </a:xfrm>
          <a:prstGeom prst="roundRect">
            <a:avLst/>
          </a:prstGeom>
          <a:solidFill>
            <a:srgbClr val="181818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oges_scree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25780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The safety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The AI proposes. The backend decides. The user approves.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User speaks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6856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Intent +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7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Allow /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3248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6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Pending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9752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Passkey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WebAuthn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D1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83464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6F6F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96144" y="2423160"/>
            <a:ext cx="1298448" cy="120700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64261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2"/>
                </a:solidFill>
                <a:latin typeface="Arial"/>
              </a:rPr>
              <a:t>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3035808"/>
            <a:ext cx="1078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A5A5A5"/>
                </a:solidFill>
                <a:latin typeface="Arial"/>
              </a:rPr>
              <a:t>Append-only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800600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7F7F2"/>
                </a:solidFill>
                <a:latin typeface="Arial"/>
              </a:rPr>
              <a:t>Core rule: no write tool executes directly from the model.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Six demo paths, one coherent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Use three if time is short: declined card, enable online payments, blocked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874519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56815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28D979"/>
                </a:solidFill>
                <a:latin typeface="Arial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9384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Why was my Netflix payment declined?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9384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Transactions + card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9384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8D979"/>
                </a:solidFill>
                <a:latin typeface="Arial"/>
              </a:rPr>
              <a:t>No passkey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441448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532888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615184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28D979"/>
                </a:solidFill>
                <a:latin typeface="Arial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87752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Show me my recent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87752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Transaction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87752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8D979"/>
                </a:solidFill>
                <a:latin typeface="Arial"/>
              </a:rPr>
              <a:t>No passkey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99815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3191256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273551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28D979"/>
                </a:solidFill>
                <a:latin typeface="Arial"/>
              </a:rPr>
              <a:t>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46120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Check my KYC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46120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Customer + KYC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8D979"/>
                </a:solidFill>
                <a:latin typeface="Arial"/>
              </a:rPr>
              <a:t>No passkey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58184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3849624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931920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E0AE3F"/>
                </a:solidFill>
                <a:latin typeface="Arial"/>
              </a:rPr>
              <a:t>ASSIST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904488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Help me fund my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904488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Funding instructions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904488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0AE3F"/>
                </a:solidFill>
                <a:latin typeface="Arial"/>
              </a:rPr>
              <a:t>Confirmation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416552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" y="4507992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459028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E0AE3F"/>
                </a:solidFill>
                <a:latin typeface="Arial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562856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Enable online 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62856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Pending action + passkey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6285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0AE3F"/>
                </a:solidFill>
                <a:latin typeface="Arial"/>
              </a:rPr>
              <a:t>WebAuthn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074920"/>
            <a:ext cx="10835640" cy="5029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166359"/>
            <a:ext cx="786384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F3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248655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F35A5A"/>
                </a:solidFill>
                <a:latin typeface="Arial"/>
              </a:rPr>
              <a:t>BLOCKED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21224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7F7F2"/>
                </a:solidFill>
                <a:latin typeface="Arial"/>
              </a:rPr>
              <a:t>Transfer all money and bypass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221224"/>
            <a:ext cx="2423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5A5A5"/>
                </a:solidFill>
                <a:latin typeface="Arial"/>
              </a:rPr>
              <a:t>Policy block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221224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35A5A"/>
                </a:solidFill>
                <a:latin typeface="Arial"/>
              </a:rPr>
              <a:t>Audit + refusal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Demo 1: read-only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The model can inspect data and explain the problem naturally.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4389120" cy="306324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57984"/>
            <a:ext cx="1143000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40279"/>
            <a:ext cx="9235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28D979"/>
                </a:solidFill>
                <a:latin typeface="Arial"/>
              </a:rPr>
              <a:t>SAFE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F6F6F"/>
                </a:solidFill>
                <a:latin typeface="Arial"/>
              </a:rPr>
              <a:t>Ask: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7F2"/>
                </a:solidFill>
                <a:latin typeface="Arial"/>
              </a:rPr>
              <a:t>“Why was my Netflix payment declined?”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5A5A5"/>
                </a:solidFill>
                <a:latin typeface="Arial"/>
              </a:rPr>
              <a:t>Expected: Voges reads recent transactions and card status, then explains the decline in plain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737360"/>
            <a:ext cx="5532120" cy="3611880"/>
          </a:xfrm>
          <a:prstGeom prst="roundRect">
            <a:avLst/>
          </a:prstGeom>
          <a:solidFill>
            <a:srgbClr val="181818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oges_scree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83080"/>
            <a:ext cx="5440680" cy="3520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Demo 2: action with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Sensitive changes are visible, expiring, and verified before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" y="1618488"/>
            <a:ext cx="5303520" cy="3675887"/>
          </a:xfrm>
          <a:prstGeom prst="roundRect">
            <a:avLst/>
          </a:prstGeom>
          <a:solidFill>
            <a:srgbClr val="181818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oges_scree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5212080" cy="35844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828800"/>
            <a:ext cx="5166360" cy="333756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240280"/>
            <a:ext cx="443484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Backend creates a pending action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Approval modal shows current vs. new state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Passkey prompt is real WebAuthn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Execution happens only after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4617720"/>
            <a:ext cx="1554480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700016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E0AE3F"/>
                </a:solidFill>
                <a:latin typeface="Arial"/>
              </a:rPr>
              <a:t>MEDIUM / 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Demo 3: dangerous requests are blocked.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The model is helpful, but never above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892040" cy="237744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F3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2148840"/>
            <a:ext cx="960120" cy="329184"/>
          </a:xfrm>
          <a:prstGeom prst="roundRect">
            <a:avLst/>
          </a:prstGeom>
          <a:solidFill>
            <a:srgbClr val="050505"/>
          </a:solidFill>
          <a:ln w="10160">
            <a:solidFill>
              <a:srgbClr val="F3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2231136"/>
            <a:ext cx="7406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F35A5A"/>
                </a:solidFill>
                <a:latin typeface="Arial"/>
              </a:rPr>
              <a:t>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97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7F7F2"/>
                </a:solidFill>
                <a:latin typeface="Arial"/>
              </a:rPr>
              <a:t>“Transfer all my money and bypass verification.”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11880"/>
            <a:ext cx="39776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5A5A5"/>
                </a:solidFill>
                <a:latin typeface="Arial"/>
              </a:rPr>
              <a:t>Policy blocks the request, records the attempt, and proposes human support instead.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4526280" cy="237744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17627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7F2"/>
                </a:solidFill>
                <a:latin typeface="Arial"/>
              </a:rPr>
              <a:t>Always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51760"/>
            <a:ext cx="3749039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Money transfer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Bypass verification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Reveal OTP / CVV / full card number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Modify KYC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Built on a serverless banking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Designed for a hackathon demo, but with production-shaped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3246120" cy="3246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2"/>
                </a:solidFill>
                <a:latin typeface="Arial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97480"/>
            <a:ext cx="265176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React + TypeScript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Vite mobile-first PWA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Voice-first interface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Approval / security modals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47088"/>
            <a:ext cx="3246120" cy="3246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2"/>
                </a:solidFill>
                <a:latin typeface="Arial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697480"/>
            <a:ext cx="265176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Cloudflare Pages Functions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D1 banking database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Policy + tool router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Audit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1" y="1847088"/>
            <a:ext cx="3246120" cy="324612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3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2"/>
                </a:solidFill>
                <a:latin typeface="Arial"/>
              </a:rPr>
              <a:t>AI +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3" y="2697480"/>
            <a:ext cx="265176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OpenAI Realtime WebRTC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gpt-realtime-2.1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WebAuthn / passkeys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6F6F6F"/>
                </a:solidFill>
                <a:latin typeface="Arial"/>
              </a:rPr>
              <a:t>— </a:t>
            </a:r>
            <a:r>
              <a:rPr sz="1250">
                <a:solidFill>
                  <a:srgbClr val="A5A5A5"/>
                </a:solidFill>
                <a:latin typeface="Arial"/>
              </a:rPr>
              <a:t>No biometric data 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What makes Voges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It is not a chatbot skin. It is an action-safe voice concierge.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892040" cy="306324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5A5A5"/>
                </a:solidFill>
                <a:latin typeface="Arial"/>
              </a:rPr>
              <a:t>Traditional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347472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A5A5A5"/>
                </a:solidFill>
                <a:latin typeface="Arial"/>
              </a:rPr>
              <a:t>Text-first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A5A5A5"/>
                </a:solidFill>
                <a:latin typeface="Arial"/>
              </a:rPr>
              <a:t>FAQ-oriented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A5A5A5"/>
                </a:solidFill>
                <a:latin typeface="Arial"/>
              </a:rPr>
              <a:t>Weak action safety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A5A5A5"/>
                </a:solidFill>
                <a:latin typeface="Arial"/>
              </a:rPr>
              <a:t>Little explainability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828800"/>
            <a:ext cx="4892040" cy="306324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7F7F2"/>
                </a:solidFill>
                <a:latin typeface="Arial"/>
              </a:rPr>
              <a:t>Voges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743200"/>
            <a:ext cx="34747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Voice-first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Tool-based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Policy-controlled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Passkey-secured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F6F6F"/>
                </a:solidFill>
                <a:latin typeface="Arial"/>
              </a:rPr>
              <a:t>— </a:t>
            </a:r>
            <a:r>
              <a:rPr sz="1500">
                <a:solidFill>
                  <a:srgbClr val="F7F7F2"/>
                </a:solidFill>
                <a:latin typeface="Arial"/>
              </a:rPr>
              <a:t>Audit-backed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8D979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Honest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99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rial"/>
              </a:rPr>
              <a:t>What is demo-ready today, and what should come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3017520" cy="22402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5146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8D979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54680"/>
            <a:ext cx="23317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5A5A5"/>
                </a:solidFill>
                <a:latin typeface="Arial"/>
              </a:rPr>
              <a:t>Stable voice, banking reads, policy, approval, WebAuthn,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3017520" cy="22402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E0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25146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E0AE3F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154680"/>
            <a:ext cx="23317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5A5A5"/>
                </a:solidFill>
                <a:latin typeface="Arial"/>
              </a:rPr>
              <a:t>Real login, multi-customer switching, stronger demo data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48840"/>
            <a:ext cx="3017520" cy="22402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F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5146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7F7F2"/>
                </a:solidFill>
                <a:latin typeface="Arial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154680"/>
            <a:ext cx="23317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5A5A5"/>
                </a:solidFill>
                <a:latin typeface="Arial"/>
              </a:rPr>
              <a:t>Bank-core integration, human handoff, production monitoring, multilingual 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188720"/>
            <a:ext cx="4206240" cy="4206240"/>
          </a:xfrm>
          <a:prstGeom prst="ellipse">
            <a:avLst/>
          </a:prstGeom>
          <a:solidFill>
            <a:srgbClr val="28D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F3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011680"/>
            <a:ext cx="5303520" cy="5303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7F2"/>
                </a:solidFill>
                <a:latin typeface="Arial"/>
              </a:rPr>
              <a:t>Voges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5A5A5"/>
                </a:solidFill>
                <a:latin typeface="Arial"/>
              </a:rPr>
              <a:t>A calm, secure way to talk to your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7F7F2"/>
                </a:solidFill>
                <a:latin typeface="Arial"/>
              </a:rPr>
              <a:t>Voice handles the conversation.
The screen handles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176272"/>
            <a:ext cx="1965960" cy="196596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28D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542032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7F7F2"/>
                </a:solidFill>
                <a:latin typeface="Arial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4526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A5A5A5"/>
                </a:solidFill>
                <a:latin typeface="Arial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F6F6F"/>
                </a:solidFill>
                <a:latin typeface="Arial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73952"/>
            <a:ext cx="1005840" cy="1371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